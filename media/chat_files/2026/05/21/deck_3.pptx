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گردشگری و تعامل جهانی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تسهیل سفر ایرانیان به کشورهای دیگر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ارتباط بهتر گردشگران خارجی با جامعهٔ میزبان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بهبود تجربهٔ سفر، خدمات و ارتباطات بین‌المللی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